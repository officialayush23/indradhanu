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62" r:id="rId6"/>
    <p:sldId id="261" r:id="rId7"/>
    <p:sldId id="260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37EF-3B17-4F96-9FA5-A29282B28E2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FB8-2B99-43C6-BE96-D4A82CBD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378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37EF-3B17-4F96-9FA5-A29282B28E2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FB8-2B99-43C6-BE96-D4A82CBD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819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37EF-3B17-4F96-9FA5-A29282B28E2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FB8-2B99-43C6-BE96-D4A82CBD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188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37EF-3B17-4F96-9FA5-A29282B28E2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FB8-2B99-43C6-BE96-D4A82CBD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323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37EF-3B17-4F96-9FA5-A29282B28E2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FB8-2B99-43C6-BE96-D4A82CBD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723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37EF-3B17-4F96-9FA5-A29282B28E2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FB8-2B99-43C6-BE96-D4A82CBD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96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37EF-3B17-4F96-9FA5-A29282B28E2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FB8-2B99-43C6-BE96-D4A82CBD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995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37EF-3B17-4F96-9FA5-A29282B28E2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FB8-2B99-43C6-BE96-D4A82CBD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211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37EF-3B17-4F96-9FA5-A29282B28E2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FB8-2B99-43C6-BE96-D4A82CBD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96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37EF-3B17-4F96-9FA5-A29282B28E2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FB8-2B99-43C6-BE96-D4A82CBD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188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37EF-3B17-4F96-9FA5-A29282B28E2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FB8-2B99-43C6-BE96-D4A82CBD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243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F37EF-3B17-4F96-9FA5-A29282B28E2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ECFB8-2B99-43C6-BE96-D4A82CBD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682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sz="3600" dirty="0"/>
              <a:t>PCCOE International Grand Challenge: 2026</a:t>
            </a:r>
            <a:br>
              <a:rPr lang="en-IN" sz="3600" dirty="0"/>
            </a:br>
            <a:r>
              <a:rPr lang="en-IN" sz="3600" dirty="0"/>
              <a:t>Pune, India</a:t>
            </a:r>
            <a:br>
              <a:rPr lang="en-IN" sz="3600" dirty="0"/>
            </a:br>
            <a:br>
              <a:rPr lang="en-IN" sz="3600" dirty="0"/>
            </a:br>
            <a:r>
              <a:rPr lang="en-IN" sz="3600" b="1" dirty="0"/>
              <a:t>Theme: AI for Climate Change</a:t>
            </a:r>
            <a:br>
              <a:rPr lang="en-IN" sz="3600" b="1" dirty="0"/>
            </a:br>
            <a:r>
              <a:rPr lang="en-IN" dirty="0"/>
              <a:t>Title: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9571" y="3602038"/>
            <a:ext cx="9252858" cy="2133600"/>
          </a:xfrm>
        </p:spPr>
        <p:txBody>
          <a:bodyPr>
            <a:normAutofit fontScale="40000" lnSpcReduction="20000"/>
          </a:bodyPr>
          <a:lstStyle/>
          <a:p>
            <a:endParaRPr lang="en-IN" dirty="0"/>
          </a:p>
          <a:p>
            <a:r>
              <a:rPr lang="en-IN" sz="5600" dirty="0"/>
              <a:t>Team Members details</a:t>
            </a:r>
          </a:p>
          <a:p>
            <a:pPr marL="685800" indent="-685800" algn="just">
              <a:buFont typeface="Wingdings" panose="05000000000000000000" pitchFamily="2" charset="2"/>
              <a:buChar char="q"/>
            </a:pPr>
            <a:r>
              <a:rPr lang="en-IN" sz="5600" dirty="0"/>
              <a:t>Ayush Pathak , TY, Vishwakarma Institute of technology</a:t>
            </a:r>
          </a:p>
          <a:p>
            <a:pPr marL="685800" indent="-685800" algn="just">
              <a:buFont typeface="Wingdings" panose="05000000000000000000" pitchFamily="2" charset="2"/>
              <a:buChar char="q"/>
            </a:pPr>
            <a:r>
              <a:rPr lang="en-IN" sz="5600" dirty="0"/>
              <a:t>Tushar Singh , TY , Vishwakarma Institute of technology</a:t>
            </a:r>
          </a:p>
          <a:p>
            <a:pPr marL="685800" indent="-685800" algn="just">
              <a:buFont typeface="Wingdings" panose="05000000000000000000" pitchFamily="2" charset="2"/>
              <a:buChar char="q"/>
            </a:pPr>
            <a:r>
              <a:rPr lang="en-IN" sz="5600" dirty="0" err="1"/>
              <a:t>Shreeviraj</a:t>
            </a:r>
            <a:r>
              <a:rPr lang="en-IN" sz="5600" dirty="0"/>
              <a:t> Matale , TY, Vishwakarma Institute of technology</a:t>
            </a:r>
          </a:p>
          <a:p>
            <a:pPr marL="685800" indent="-685800" algn="just">
              <a:buFont typeface="Wingdings" panose="05000000000000000000" pitchFamily="2" charset="2"/>
              <a:buChar char="q"/>
            </a:pPr>
            <a:r>
              <a:rPr lang="en-IN" sz="5600" dirty="0"/>
              <a:t>Satyam Srivastava , TY, Vishwakarma Institute of technology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4112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Problem Statement/Idea</a:t>
            </a:r>
          </a:p>
          <a:p>
            <a:r>
              <a:rPr lang="en-IN" dirty="0"/>
              <a:t>Objectives</a:t>
            </a:r>
          </a:p>
          <a:p>
            <a:r>
              <a:rPr lang="en-IN" dirty="0"/>
              <a:t>Proposed Solution/Architecture</a:t>
            </a:r>
          </a:p>
          <a:p>
            <a:r>
              <a:rPr lang="en-IN" dirty="0"/>
              <a:t>Unique features/Innovation</a:t>
            </a:r>
          </a:p>
          <a:p>
            <a:r>
              <a:rPr lang="en-IN" dirty="0"/>
              <a:t>Expected Outcomes</a:t>
            </a:r>
          </a:p>
          <a:p>
            <a:r>
              <a:rPr lang="en-IN" dirty="0"/>
              <a:t>Conclusion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7078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Problem Statement/Idea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822200"/>
            <a:ext cx="845652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Clear definition of the problem you are addressing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Why is this problem important? (real-world relevance)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Current gaps or limitations in existing solutions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One-liner about your idea</a:t>
            </a:r>
          </a:p>
        </p:txBody>
      </p:sp>
    </p:spTree>
    <p:extLst>
      <p:ext uri="{BB962C8B-B14F-4D97-AF65-F5344CB8AC3E}">
        <p14:creationId xmlns:p14="http://schemas.microsoft.com/office/powerpoint/2010/main" val="1886867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67862" y="1951672"/>
            <a:ext cx="908957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goals your idea will achieve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Expected impact (e.g., efficiency, cost reduction, accessibility, sustainability)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 beneficiaries (students, citizens, industries, government, etc.)</a:t>
            </a:r>
          </a:p>
        </p:txBody>
      </p:sp>
    </p:spTree>
    <p:extLst>
      <p:ext uri="{BB962C8B-B14F-4D97-AF65-F5344CB8AC3E}">
        <p14:creationId xmlns:p14="http://schemas.microsoft.com/office/powerpoint/2010/main" val="3760371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Solution/Architecture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79360" y="1954026"/>
            <a:ext cx="8503418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High-level architecture diagram (flow of data, modules, or components)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technologies/tools/frameworks you plan to use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different modules interact (front-end, back-end, AI/ML, APIs, sensors, etc.)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 and feasibility points</a:t>
            </a:r>
          </a:p>
        </p:txBody>
      </p:sp>
    </p:spTree>
    <p:extLst>
      <p:ext uri="{BB962C8B-B14F-4D97-AF65-F5344CB8AC3E}">
        <p14:creationId xmlns:p14="http://schemas.microsoft.com/office/powerpoint/2010/main" val="3000104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Unique features/Innovation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48732" y="2228671"/>
            <a:ext cx="607954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makes your idea different from existing solutions?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Any innovative approach, integration, or optimization</a:t>
            </a:r>
          </a:p>
        </p:txBody>
      </p:sp>
    </p:spTree>
    <p:extLst>
      <p:ext uri="{BB962C8B-B14F-4D97-AF65-F5344CB8AC3E}">
        <p14:creationId xmlns:p14="http://schemas.microsoft.com/office/powerpoint/2010/main" val="1578107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Outcome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68829" y="1674992"/>
            <a:ext cx="764824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Deliverables from your project (prototype, app, model, dashboard, etc.)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Short-term and long-term impact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Scope for scaling or future development</a:t>
            </a:r>
          </a:p>
        </p:txBody>
      </p:sp>
    </p:spTree>
    <p:extLst>
      <p:ext uri="{BB962C8B-B14F-4D97-AF65-F5344CB8AC3E}">
        <p14:creationId xmlns:p14="http://schemas.microsoft.com/office/powerpoint/2010/main" val="528521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68828" y="2046780"/>
            <a:ext cx="665787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 of your idea in 2–3 lines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your idea should be selected</a:t>
            </a:r>
          </a:p>
        </p:txBody>
      </p:sp>
    </p:spTree>
    <p:extLst>
      <p:ext uri="{BB962C8B-B14F-4D97-AF65-F5344CB8AC3E}">
        <p14:creationId xmlns:p14="http://schemas.microsoft.com/office/powerpoint/2010/main" val="516739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32</TotalTime>
  <Words>258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PCCOE International Grand Challenge: 2026 Pune, India  Theme: AI for Climate Change Title: </vt:lpstr>
      <vt:lpstr>Outline</vt:lpstr>
      <vt:lpstr>Problem Statement/Idea</vt:lpstr>
      <vt:lpstr>Objectives</vt:lpstr>
      <vt:lpstr>Proposed Solution/Architecture</vt:lpstr>
      <vt:lpstr>Unique features/Innovation</vt:lpstr>
      <vt:lpstr>Expected Outcome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PCCOE International Grand Challenge: 2025 Pune, India Theme: AI for Climate Change Title:</dc:title>
  <dc:creator>Microsoft account</dc:creator>
  <cp:lastModifiedBy>Ayush Pathak</cp:lastModifiedBy>
  <cp:revision>4</cp:revision>
  <dcterms:created xsi:type="dcterms:W3CDTF">2025-08-28T09:40:17Z</dcterms:created>
  <dcterms:modified xsi:type="dcterms:W3CDTF">2026-09-10T15:39:15Z</dcterms:modified>
</cp:coreProperties>
</file>